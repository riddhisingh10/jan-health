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6e405f79e4dcce1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6e405f79e4dcce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6e405f79e4dcce1b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6e405f79e4dcce1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6e405f79e4dcce1b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6e405f79e4dcce1b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6e405f79e4dcce1b_0_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6e405f79e4dcce1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6e405f79e4dcce1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6e405f79e4dcce1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66425" y="1280218"/>
            <a:ext cx="7944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1325" lIns="62675" spcFirstLastPara="1" rIns="62675" wrap="square" tIns="313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42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CSE-Hacksprint 1.0</a:t>
            </a:r>
            <a:endParaRPr sz="274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742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</a:t>
            </a:r>
            <a:r>
              <a:rPr lang="en" sz="2742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i="0" sz="2742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084" y="121473"/>
            <a:ext cx="1480310" cy="696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88466" y="121478"/>
            <a:ext cx="1215245" cy="98418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1619700" y="3028675"/>
            <a:ext cx="6204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b="1" lang="en" sz="2600">
                <a:solidFill>
                  <a:schemeClr val="dk1"/>
                </a:solidFill>
              </a:rPr>
              <a:t>Hackathon – Evaluation Guidelines. 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35850" y="800911"/>
            <a:ext cx="9072300" cy="45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E971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Criteria &amp; Panel Guidelines</a:t>
            </a:r>
            <a:endParaRPr b="1" sz="1800" u="sng">
              <a:solidFill>
                <a:srgbClr val="E971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five (5) parameters. Each parameter carries a </a:t>
            </a: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of 20 marks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Panel members should evaluate teams based on the following guidelines per parameter: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971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P1. Problem Definition &amp; Market Opportunity (20 Marks)</a:t>
            </a:r>
            <a:endParaRPr b="1" sz="1800">
              <a:solidFill>
                <a:srgbClr val="E971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(Covers: Problem Definition &amp; Scoping, Market Research)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Clarity &amp; Scope: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Has the team defined a clear, realistic, and well-scoped problem statement that directly addresses a real-world pain point?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Need &amp; Potential: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there evidence of thorough market research validating the existence, scale, and urgency of this problem?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Competitive Differentiation: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Does the proposed solution offer a distinct value proposition over existing alternatives in the market?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925" y="-1"/>
            <a:ext cx="1436230" cy="675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8975" y="0"/>
            <a:ext cx="1350375" cy="109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50738" y="193238"/>
            <a:ext cx="9042600" cy="5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971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P2. Data &amp; Analytical Rigor (20 Marks)</a:t>
            </a:r>
            <a:endParaRPr b="1" sz="1800">
              <a:solidFill>
                <a:srgbClr val="E971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(Covers: Statistics, Data Validation, Feasibility)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Backing: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the problem claims and core assumptions backed by relevant statistics, market data, or quantitative user insights?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Analytical Approach: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Did the team use sound analytical methods, metrics, or statistical frameworks to validate their baseline assumptions?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&amp; Metrics: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the performance or business metrics defined to measure solution success clear, measurable, and realistic?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971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P3. Design Thinking &amp; User Experience (20 Marks)</a:t>
            </a:r>
            <a:endParaRPr b="1" sz="1800">
              <a:solidFill>
                <a:srgbClr val="E971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(Covers: Design Thinking, User-Centricity)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User-Centric Design: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solution clearly designed around empathy for the target user's persona, needs, and workflow?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92400" y="926893"/>
            <a:ext cx="8959200" cy="1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Usability &amp; UX: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prototype/interface intuitive, accessible, and seamless for end-users to navigate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Iterative Problem Solving: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there clear evidence of applied design thinking (ideation, prototyping, and feedback refinement)?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925" y="-1"/>
            <a:ext cx="1436230" cy="675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8975" y="0"/>
            <a:ext cx="1350375" cy="109362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151200" y="2411425"/>
            <a:ext cx="8841600" cy="28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E971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P4. Technical Execution &amp; Quality (20 Marks)</a:t>
            </a:r>
            <a:endParaRPr b="1" sz="1700">
              <a:solidFill>
                <a:srgbClr val="E971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(Covers: Development, Testing, Architecture)</a:t>
            </a:r>
            <a:endParaRPr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Prototype: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How complete, functional, and reliable is the developed prototype shown during the demonstration?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&amp; Code Quality: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technical stack well-chosen, scalable, and built using solid engineering/coding practices?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&amp; Robustness: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Did the team demonstrate basic testing, edge-case handling, and error validation during technical implementation?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50738" y="1126109"/>
            <a:ext cx="9042600" cy="25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E971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P5. Deployment &amp; Go-to-Market Strategy (20 Marks)</a:t>
            </a:r>
            <a:endParaRPr b="1" sz="1700">
              <a:solidFill>
                <a:srgbClr val="E9713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(Covers: Deployment Strategy, Go-to-Market Strategy)</a:t>
            </a:r>
            <a:endParaRPr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Plan: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there a clear technical deployment architecture (cloud hosting, CI/CD, security, scalability) for bringing the product live?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Go-To-Market (GTM) Execution: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user acquisition strategy, launch timeline, and distribution channel model well-thought-out?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Sustainability &amp; Scale: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Does the team have a sustainable operational and monetization vision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925" y="-1"/>
            <a:ext cx="1436230" cy="675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58975" y="0"/>
            <a:ext cx="1350375" cy="109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